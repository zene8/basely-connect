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399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Basely Connect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your GitHub profile was your resume?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200400" y="3108960"/>
            <a:ext cx="274320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0" y="4023360"/>
            <a:ext cx="365760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Hack 25  |  Bending Spoons Challenge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drowning at career fairs.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1828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in one room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to research any of them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1828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5486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3.2h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student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mismatched applications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1828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2636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overwhelmed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where to start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approach doesn't scale. Students need </a:t>
            </a:r>
            <a:r>
              <a:rPr lang="en-US" sz="1600" b="1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guidance.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743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2743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Spend hours researching companies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Generic job descriptions are confusing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Don't know if they're qualified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Miss opportunities that fit them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2743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73152" cy="27432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Companies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Great candidates slip through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High volume, low signal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Can't assess skills from CVs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Hiring is slow and expensive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graduates leave their first job within 2 years due to poor fit.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matching = better outcomes for everyone.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GitHub. See companies that match your skills.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OAuth login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extracted automatically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146304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1554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Matches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company list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73152" cy="12801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CV uploads. No lengthy forms.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" y="3840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already tells your story. We read your repositories, languages, frameworks, and contribution patterns. In seconds, not hours.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AI Simplifies This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AI to create a new user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2560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Your GitHub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Languages &amp; frameworks detected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Project complexity scoring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Code quality indicators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Contribution frequency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README context extraction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3931920" cy="256032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Intelligence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Career pages deep scraped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Tech stack requirements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Culture &amp; values extracted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Role requirements parsed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50+ companies indexed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powers semantic matching — not just keywords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"React developer" matches "frontend engineer" because AI understands context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&amp; Cost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Basely Connect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match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hours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seconds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360x faster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+ forms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removed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researched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more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Skills-based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 matching  •  Zero friction  •  Better outcomes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this problem is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7772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CS students say career fairs are overwhelming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73152" cy="7772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1168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recruiters struggle to find qualified candidates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Talent Report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108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£2.1B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01168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graduate recruitment market size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this weekend: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GitHub OAuth  ✓ AI profile analysis  ✓ 10+ companies scraped  ✓ Semantic matching  ✓ Working prototype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Commercial Viability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1828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Companies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£5-50K/year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listings, priority matching, talent insights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51760" cy="1828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5486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£2-10K/event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hackathons, career fairs, universities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Premium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£10/month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analytics, interview prep, application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UK: 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tech students</a:t>
            </a:r>
            <a:r>
              <a:rPr lang="en-US" sz="16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</a:t>
            </a: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hiring companies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</a:t>
            </a: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developers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seeking better career matching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Real skills data from code, not self-reported CVs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we made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GitHub-only 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UX, real skills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non-GitHub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 keyword matching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accuracy, semantic understanding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costs, latency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Pre-scraped company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results, no waiting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become stale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% over detailed scores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Clearer, less overwhelming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granular feedback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trade-off was intentional. We optimized for speed-to-value and user simplicity.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61B2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Basely Connect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code. Your career. Connected.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200400" y="2697480"/>
            <a:ext cx="274320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3017520"/>
            <a:ext cx="6400800" cy="82296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transforms career discovery from hours to seconds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show you the live demo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590</Words>
  <Application>Microsoft Macintosh PowerPoint</Application>
  <PresentationFormat>On-screen Show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Basely Connect - Hackathon Pitch</dc:title>
  <dc:subject>PptxGenJS Presentation</dc:subject>
  <dc:creator>Basely Connect Team</dc:creator>
  <cp:lastModifiedBy>palak shah</cp:lastModifiedBy>
  <cp:revision>2</cp:revision>
  <dcterms:created xsi:type="dcterms:W3CDTF">2026-02-01T02:04:15Z</dcterms:created>
  <dcterms:modified xsi:type="dcterms:W3CDTF">2026-02-01T02:11:50Z</dcterms:modified>
</cp:coreProperties>
</file>