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30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Basely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5720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0" y="320040"/>
            <a:ext cx="1737360" cy="411480"/>
          </a:xfrm>
          <a:prstGeom prst="round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0" y="365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IDENTITY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26080" y="1554480"/>
            <a:ext cx="3291840" cy="411480"/>
          </a:xfrm>
          <a:prstGeom prst="rect">
            <a:avLst/>
          </a:prstGeom>
          <a:solidFill>
            <a:srgbClr val="141B2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DEPLOYMENT PROTOCOL V2.0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to Your</a:t>
            </a:r>
            <a:endParaRPr lang="en-US" sz="5200" dirty="0"/>
          </a:p>
        </p:txBody>
      </p:sp>
      <p:sp>
        <p:nvSpPr>
          <p:cNvPr id="49" name="Text 47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Future.</a:t>
            </a:r>
            <a:endParaRPr lang="en-US" sz="5200" dirty="0"/>
          </a:p>
        </p:txBody>
      </p:sp>
      <p:sp>
        <p:nvSpPr>
          <p:cNvPr id="50" name="Text 48"/>
          <p:cNvSpPr/>
          <p:nvPr/>
        </p:nvSpPr>
        <p:spPr>
          <a:xfrm>
            <a:off x="109728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Basely.Connect cross-references your engineering footprint with high-growth technical teams to find your optimal semantic fit.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43200" y="4251960"/>
            <a:ext cx="3657600" cy="502920"/>
          </a:xfrm>
          <a:prstGeom prst="round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MATCH SEQUENCE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VIEW_PARTNER_ECOSYSTEM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fairs are chaos. Students are overwhelmed.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3716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51760" cy="13716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wrong applications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51760" cy="13716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where to start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141B2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interviewed every sponsor at IC Hack 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actually want to see in candidates?" — Their answers shaped our matching algorithm.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PROFILE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91840" y="320040"/>
            <a:ext cx="1188720" cy="3200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91840" y="338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SETUP_PHASE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SIGNAL_INPUT ———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914400"/>
            <a:ext cx="365760" cy="274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9326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Sync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1280160"/>
            <a:ext cx="2743200" cy="274320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Connect GitHub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280160"/>
            <a:ext cx="2286000" cy="274320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manual_username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1874520"/>
            <a:ext cx="365760" cy="274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8928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CV  |  LINKEDIN PDF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stored — processed &amp; discarded)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2834640"/>
            <a:ext cx="365760" cy="274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8529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Statement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108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technical summary (stack, interests, goals)...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3657600"/>
            <a:ext cx="365760" cy="274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758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Parameters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DOMAIN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Trading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7452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7452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5468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3484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3484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1500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95160" y="429768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95160" y="4334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/ Web3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" y="466344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4360" y="47000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74520" y="466344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74520" y="47000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54680" y="4663440"/>
            <a:ext cx="1188720" cy="292608"/>
          </a:xfrm>
          <a:prstGeom prst="rect">
            <a:avLst/>
          </a:prstGeom>
          <a:solidFill>
            <a:srgbClr val="1A232D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54680" y="47000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4173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822960" cy="2560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user data into unified profile: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repos &amp; languages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CV/LinkedIn experience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20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 statement &amp; goals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3931920" cy="1417320"/>
          </a:xfrm>
          <a:prstGeom prst="rect">
            <a:avLst/>
          </a:prstGeom>
          <a:solidFill>
            <a:srgbClr val="141B2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896112"/>
            <a:ext cx="822960" cy="2560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914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portfolio against companies: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skill matching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Culture fit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020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Match % calculation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• CV • LinkedIn • Statement • Filters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Intelligence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companies • Tech stacks • Culture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interviews → requirements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141B22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Powered  →  Match % for each company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3931920" cy="64008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2-3 hours/company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754880" y="4160520"/>
            <a:ext cx="3931920" cy="640080"/>
          </a:xfrm>
          <a:prstGeom prst="rect">
            <a:avLst/>
          </a:prstGeom>
          <a:solidFill>
            <a:srgbClr val="141B22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Basely: &lt;30s, 10+ companies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1E29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Basely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5720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to Your</a:t>
            </a:r>
            <a:endParaRPr lang="en-US" sz="4400" dirty="0"/>
          </a:p>
        </p:txBody>
      </p:sp>
      <p:sp>
        <p:nvSpPr>
          <p:cNvPr id="45" name="Text 43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Future.</a:t>
            </a:r>
            <a:endParaRPr lang="en-US" sz="4400" dirty="0"/>
          </a:p>
        </p:txBody>
      </p:sp>
      <p:sp>
        <p:nvSpPr>
          <p:cNvPr id="46" name="Shape 44"/>
          <p:cNvSpPr/>
          <p:nvPr/>
        </p:nvSpPr>
        <p:spPr>
          <a:xfrm>
            <a:off x="1097280" y="2743200"/>
            <a:ext cx="2194560" cy="9144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972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109728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Indexed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6160" y="2743200"/>
            <a:ext cx="2194560" cy="9144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5661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&lt;30s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356616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Matches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2743200"/>
            <a:ext cx="2194560" cy="914400"/>
          </a:xfrm>
          <a:prstGeom prst="rect">
            <a:avLst/>
          </a:prstGeom>
          <a:solidFill>
            <a:srgbClr val="141B2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350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0350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this weekend at IC Hack 25  •  Bending Spoons Challenge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60320" y="4297680"/>
            <a:ext cx="4023360" cy="548640"/>
          </a:xfrm>
          <a:prstGeom prst="round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60320" y="4370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DEMO IT LIVE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310</Words>
  <Application>Microsoft Macintosh PowerPoint</Application>
  <PresentationFormat>On-screen Show (16:9)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Basely Connect - IC Hack 25</dc:title>
  <dc:subject>PptxGenJS Presentation</dc:subject>
  <dc:creator>Basely Connect Team</dc:creator>
  <cp:lastModifiedBy>palak shah</cp:lastModifiedBy>
  <cp:revision>3</cp:revision>
  <dcterms:created xsi:type="dcterms:W3CDTF">2026-02-01T08:26:13Z</dcterms:created>
  <dcterms:modified xsi:type="dcterms:W3CDTF">2026-02-01T08:57:38Z</dcterms:modified>
</cp:coreProperties>
</file>